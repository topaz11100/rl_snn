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7" r:id="rId5"/>
    <p:sldId id="258" r:id="rId6"/>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69" autoAdjust="0"/>
    <p:restoredTop sz="94660"/>
  </p:normalViewPr>
  <p:slideViewPr>
    <p:cSldViewPr snapToGrid="0">
      <p:cViewPr varScale="1">
        <p:scale>
          <a:sx n="110" d="100"/>
          <a:sy n="110" d="100"/>
        </p:scale>
        <p:origin x="188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C4BD6C3-C1B4-0837-57E9-8154216F2747}"/>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F4ECD9BC-7B0B-3D26-3A44-FF5A106DB3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EC08FC5E-BD1D-DE7F-BAEC-579198E2FB3C}"/>
              </a:ext>
            </a:extLst>
          </p:cNvPr>
          <p:cNvSpPr>
            <a:spLocks noGrp="1"/>
          </p:cNvSpPr>
          <p:nvPr>
            <p:ph type="dt" sz="half" idx="10"/>
          </p:nvPr>
        </p:nvSpPr>
        <p:spPr/>
        <p:txBody>
          <a:bodyPr/>
          <a:lstStyle/>
          <a:p>
            <a:fld id="{DC46B2CB-A835-45D5-A2AA-5984C8C601DF}" type="datetimeFigureOut">
              <a:rPr lang="ko-KR" altLang="en-US" smtClean="0"/>
              <a:t>2025-12-10</a:t>
            </a:fld>
            <a:endParaRPr lang="ko-KR" altLang="en-US"/>
          </a:p>
        </p:txBody>
      </p:sp>
      <p:sp>
        <p:nvSpPr>
          <p:cNvPr id="5" name="바닥글 개체 틀 4">
            <a:extLst>
              <a:ext uri="{FF2B5EF4-FFF2-40B4-BE49-F238E27FC236}">
                <a16:creationId xmlns:a16="http://schemas.microsoft.com/office/drawing/2014/main" id="{5AE917FA-11E5-77C9-BC43-3C8CEAA6C62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96C41A9-3A1D-873C-F64D-23AB5FBC82B9}"/>
              </a:ext>
            </a:extLst>
          </p:cNvPr>
          <p:cNvSpPr>
            <a:spLocks noGrp="1"/>
          </p:cNvSpPr>
          <p:nvPr>
            <p:ph type="sldNum" sz="quarter" idx="12"/>
          </p:nvPr>
        </p:nvSpPr>
        <p:spPr/>
        <p:txBody>
          <a:bodyPr/>
          <a:lstStyle/>
          <a:p>
            <a:fld id="{274B34BE-F436-429F-94A3-2DCA2EC1E1A3}" type="slidenum">
              <a:rPr lang="ko-KR" altLang="en-US" smtClean="0"/>
              <a:t>‹#›</a:t>
            </a:fld>
            <a:endParaRPr lang="ko-KR" altLang="en-US"/>
          </a:p>
        </p:txBody>
      </p:sp>
    </p:spTree>
    <p:extLst>
      <p:ext uri="{BB962C8B-B14F-4D97-AF65-F5344CB8AC3E}">
        <p14:creationId xmlns:p14="http://schemas.microsoft.com/office/powerpoint/2010/main" val="19055757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29BF425-1F04-88DE-6DDE-BB66F16C450F}"/>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16BA3056-A827-471C-1E38-EBF7FB6ADD34}"/>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93E01CC-B6CF-EA55-DEAE-632885CA7DAB}"/>
              </a:ext>
            </a:extLst>
          </p:cNvPr>
          <p:cNvSpPr>
            <a:spLocks noGrp="1"/>
          </p:cNvSpPr>
          <p:nvPr>
            <p:ph type="dt" sz="half" idx="10"/>
          </p:nvPr>
        </p:nvSpPr>
        <p:spPr/>
        <p:txBody>
          <a:bodyPr/>
          <a:lstStyle/>
          <a:p>
            <a:fld id="{DC46B2CB-A835-45D5-A2AA-5984C8C601DF}" type="datetimeFigureOut">
              <a:rPr lang="ko-KR" altLang="en-US" smtClean="0"/>
              <a:t>2025-12-10</a:t>
            </a:fld>
            <a:endParaRPr lang="ko-KR" altLang="en-US"/>
          </a:p>
        </p:txBody>
      </p:sp>
      <p:sp>
        <p:nvSpPr>
          <p:cNvPr id="5" name="바닥글 개체 틀 4">
            <a:extLst>
              <a:ext uri="{FF2B5EF4-FFF2-40B4-BE49-F238E27FC236}">
                <a16:creationId xmlns:a16="http://schemas.microsoft.com/office/drawing/2014/main" id="{64FD68C8-3722-5B48-78D1-F935CA023DD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1F824A2-252E-8D01-A568-F2DC37C98C04}"/>
              </a:ext>
            </a:extLst>
          </p:cNvPr>
          <p:cNvSpPr>
            <a:spLocks noGrp="1"/>
          </p:cNvSpPr>
          <p:nvPr>
            <p:ph type="sldNum" sz="quarter" idx="12"/>
          </p:nvPr>
        </p:nvSpPr>
        <p:spPr/>
        <p:txBody>
          <a:bodyPr/>
          <a:lstStyle/>
          <a:p>
            <a:fld id="{274B34BE-F436-429F-94A3-2DCA2EC1E1A3}" type="slidenum">
              <a:rPr lang="ko-KR" altLang="en-US" smtClean="0"/>
              <a:t>‹#›</a:t>
            </a:fld>
            <a:endParaRPr lang="ko-KR" altLang="en-US"/>
          </a:p>
        </p:txBody>
      </p:sp>
    </p:spTree>
    <p:extLst>
      <p:ext uri="{BB962C8B-B14F-4D97-AF65-F5344CB8AC3E}">
        <p14:creationId xmlns:p14="http://schemas.microsoft.com/office/powerpoint/2010/main" val="3796558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4F752DC-4BA3-9B89-5217-0542C18DA137}"/>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F070ABBF-E73C-F02A-5FA6-47045C6A22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3F5E2CDD-C136-FB7E-2F04-79D67542B23D}"/>
              </a:ext>
            </a:extLst>
          </p:cNvPr>
          <p:cNvSpPr>
            <a:spLocks noGrp="1"/>
          </p:cNvSpPr>
          <p:nvPr>
            <p:ph type="dt" sz="half" idx="10"/>
          </p:nvPr>
        </p:nvSpPr>
        <p:spPr/>
        <p:txBody>
          <a:bodyPr/>
          <a:lstStyle/>
          <a:p>
            <a:fld id="{DC46B2CB-A835-45D5-A2AA-5984C8C601DF}" type="datetimeFigureOut">
              <a:rPr lang="ko-KR" altLang="en-US" smtClean="0"/>
              <a:t>2025-12-10</a:t>
            </a:fld>
            <a:endParaRPr lang="ko-KR" altLang="en-US"/>
          </a:p>
        </p:txBody>
      </p:sp>
      <p:sp>
        <p:nvSpPr>
          <p:cNvPr id="5" name="바닥글 개체 틀 4">
            <a:extLst>
              <a:ext uri="{FF2B5EF4-FFF2-40B4-BE49-F238E27FC236}">
                <a16:creationId xmlns:a16="http://schemas.microsoft.com/office/drawing/2014/main" id="{5CA9EA85-AE1D-60D1-D86C-5B39DEE5D40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CB314A2-9E5D-2860-141E-80D3BD5F6BFA}"/>
              </a:ext>
            </a:extLst>
          </p:cNvPr>
          <p:cNvSpPr>
            <a:spLocks noGrp="1"/>
          </p:cNvSpPr>
          <p:nvPr>
            <p:ph type="sldNum" sz="quarter" idx="12"/>
          </p:nvPr>
        </p:nvSpPr>
        <p:spPr/>
        <p:txBody>
          <a:bodyPr/>
          <a:lstStyle/>
          <a:p>
            <a:fld id="{274B34BE-F436-429F-94A3-2DCA2EC1E1A3}" type="slidenum">
              <a:rPr lang="ko-KR" altLang="en-US" smtClean="0"/>
              <a:t>‹#›</a:t>
            </a:fld>
            <a:endParaRPr lang="ko-KR" altLang="en-US"/>
          </a:p>
        </p:txBody>
      </p:sp>
    </p:spTree>
    <p:extLst>
      <p:ext uri="{BB962C8B-B14F-4D97-AF65-F5344CB8AC3E}">
        <p14:creationId xmlns:p14="http://schemas.microsoft.com/office/powerpoint/2010/main" val="2158996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0A3DD76-8479-49FD-6C78-F2060357C806}"/>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71DE3A14-FF1D-EA6B-D776-DF6B93078755}"/>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0B3FFF6C-72C3-F99E-6537-839DB433273D}"/>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EC8889C6-68CA-4871-3EC8-0FD77B3BBF5D}"/>
              </a:ext>
            </a:extLst>
          </p:cNvPr>
          <p:cNvSpPr>
            <a:spLocks noGrp="1"/>
          </p:cNvSpPr>
          <p:nvPr>
            <p:ph type="dt" sz="half" idx="10"/>
          </p:nvPr>
        </p:nvSpPr>
        <p:spPr/>
        <p:txBody>
          <a:bodyPr/>
          <a:lstStyle/>
          <a:p>
            <a:fld id="{DC46B2CB-A835-45D5-A2AA-5984C8C601DF}" type="datetimeFigureOut">
              <a:rPr lang="ko-KR" altLang="en-US" smtClean="0"/>
              <a:t>2025-12-10</a:t>
            </a:fld>
            <a:endParaRPr lang="ko-KR" altLang="en-US"/>
          </a:p>
        </p:txBody>
      </p:sp>
      <p:sp>
        <p:nvSpPr>
          <p:cNvPr id="6" name="바닥글 개체 틀 5">
            <a:extLst>
              <a:ext uri="{FF2B5EF4-FFF2-40B4-BE49-F238E27FC236}">
                <a16:creationId xmlns:a16="http://schemas.microsoft.com/office/drawing/2014/main" id="{FA3D849F-8A21-2188-34B0-61A5188C455F}"/>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77579B3-223D-746A-F556-7CBD032F2062}"/>
              </a:ext>
            </a:extLst>
          </p:cNvPr>
          <p:cNvSpPr>
            <a:spLocks noGrp="1"/>
          </p:cNvSpPr>
          <p:nvPr>
            <p:ph type="sldNum" sz="quarter" idx="12"/>
          </p:nvPr>
        </p:nvSpPr>
        <p:spPr/>
        <p:txBody>
          <a:bodyPr/>
          <a:lstStyle/>
          <a:p>
            <a:fld id="{274B34BE-F436-429F-94A3-2DCA2EC1E1A3}" type="slidenum">
              <a:rPr lang="ko-KR" altLang="en-US" smtClean="0"/>
              <a:t>‹#›</a:t>
            </a:fld>
            <a:endParaRPr lang="ko-KR" altLang="en-US"/>
          </a:p>
        </p:txBody>
      </p:sp>
    </p:spTree>
    <p:extLst>
      <p:ext uri="{BB962C8B-B14F-4D97-AF65-F5344CB8AC3E}">
        <p14:creationId xmlns:p14="http://schemas.microsoft.com/office/powerpoint/2010/main" val="2422363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0B5BE14-7CE4-7C87-2BF8-FA394463422E}"/>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3F3DD8C3-FA82-E9F2-0D44-D394FF5FCC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0E9615CD-25EE-3979-A775-A1751F8BF6A1}"/>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52EC5D13-2F28-C951-1820-E17F208842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378E8293-1038-9737-0C80-6239C572B191}"/>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CF611F38-4545-8752-7718-23DD53F50BF3}"/>
              </a:ext>
            </a:extLst>
          </p:cNvPr>
          <p:cNvSpPr>
            <a:spLocks noGrp="1"/>
          </p:cNvSpPr>
          <p:nvPr>
            <p:ph type="dt" sz="half" idx="10"/>
          </p:nvPr>
        </p:nvSpPr>
        <p:spPr/>
        <p:txBody>
          <a:bodyPr/>
          <a:lstStyle/>
          <a:p>
            <a:fld id="{DC46B2CB-A835-45D5-A2AA-5984C8C601DF}" type="datetimeFigureOut">
              <a:rPr lang="ko-KR" altLang="en-US" smtClean="0"/>
              <a:t>2025-12-10</a:t>
            </a:fld>
            <a:endParaRPr lang="ko-KR" altLang="en-US"/>
          </a:p>
        </p:txBody>
      </p:sp>
      <p:sp>
        <p:nvSpPr>
          <p:cNvPr id="8" name="바닥글 개체 틀 7">
            <a:extLst>
              <a:ext uri="{FF2B5EF4-FFF2-40B4-BE49-F238E27FC236}">
                <a16:creationId xmlns:a16="http://schemas.microsoft.com/office/drawing/2014/main" id="{C6F73B34-E48A-4FFC-4135-0DB53807FC9B}"/>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8CCB7852-C229-09F8-B647-C826D7E78519}"/>
              </a:ext>
            </a:extLst>
          </p:cNvPr>
          <p:cNvSpPr>
            <a:spLocks noGrp="1"/>
          </p:cNvSpPr>
          <p:nvPr>
            <p:ph type="sldNum" sz="quarter" idx="12"/>
          </p:nvPr>
        </p:nvSpPr>
        <p:spPr/>
        <p:txBody>
          <a:bodyPr/>
          <a:lstStyle/>
          <a:p>
            <a:fld id="{274B34BE-F436-429F-94A3-2DCA2EC1E1A3}" type="slidenum">
              <a:rPr lang="ko-KR" altLang="en-US" smtClean="0"/>
              <a:t>‹#›</a:t>
            </a:fld>
            <a:endParaRPr lang="ko-KR" altLang="en-US"/>
          </a:p>
        </p:txBody>
      </p:sp>
    </p:spTree>
    <p:extLst>
      <p:ext uri="{BB962C8B-B14F-4D97-AF65-F5344CB8AC3E}">
        <p14:creationId xmlns:p14="http://schemas.microsoft.com/office/powerpoint/2010/main" val="80452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7174308-9971-38C6-FD52-B2BFBD0F6599}"/>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7AC97242-6B38-E63A-4DAE-67C5CDC16F26}"/>
              </a:ext>
            </a:extLst>
          </p:cNvPr>
          <p:cNvSpPr>
            <a:spLocks noGrp="1"/>
          </p:cNvSpPr>
          <p:nvPr>
            <p:ph type="dt" sz="half" idx="10"/>
          </p:nvPr>
        </p:nvSpPr>
        <p:spPr/>
        <p:txBody>
          <a:bodyPr/>
          <a:lstStyle/>
          <a:p>
            <a:fld id="{DC46B2CB-A835-45D5-A2AA-5984C8C601DF}" type="datetimeFigureOut">
              <a:rPr lang="ko-KR" altLang="en-US" smtClean="0"/>
              <a:t>2025-12-10</a:t>
            </a:fld>
            <a:endParaRPr lang="ko-KR" altLang="en-US"/>
          </a:p>
        </p:txBody>
      </p:sp>
      <p:sp>
        <p:nvSpPr>
          <p:cNvPr id="4" name="바닥글 개체 틀 3">
            <a:extLst>
              <a:ext uri="{FF2B5EF4-FFF2-40B4-BE49-F238E27FC236}">
                <a16:creationId xmlns:a16="http://schemas.microsoft.com/office/drawing/2014/main" id="{F8178429-1D37-5B88-0942-B35E73C60B40}"/>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9C7F48B0-3E68-A50C-61F2-94517F0CA848}"/>
              </a:ext>
            </a:extLst>
          </p:cNvPr>
          <p:cNvSpPr>
            <a:spLocks noGrp="1"/>
          </p:cNvSpPr>
          <p:nvPr>
            <p:ph type="sldNum" sz="quarter" idx="12"/>
          </p:nvPr>
        </p:nvSpPr>
        <p:spPr/>
        <p:txBody>
          <a:bodyPr/>
          <a:lstStyle/>
          <a:p>
            <a:fld id="{274B34BE-F436-429F-94A3-2DCA2EC1E1A3}" type="slidenum">
              <a:rPr lang="ko-KR" altLang="en-US" smtClean="0"/>
              <a:t>‹#›</a:t>
            </a:fld>
            <a:endParaRPr lang="ko-KR" altLang="en-US"/>
          </a:p>
        </p:txBody>
      </p:sp>
    </p:spTree>
    <p:extLst>
      <p:ext uri="{BB962C8B-B14F-4D97-AF65-F5344CB8AC3E}">
        <p14:creationId xmlns:p14="http://schemas.microsoft.com/office/powerpoint/2010/main" val="40076096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78952168-86FD-AB50-F071-27D0C7CE2C1C}"/>
              </a:ext>
            </a:extLst>
          </p:cNvPr>
          <p:cNvSpPr>
            <a:spLocks noGrp="1"/>
          </p:cNvSpPr>
          <p:nvPr>
            <p:ph type="dt" sz="half" idx="10"/>
          </p:nvPr>
        </p:nvSpPr>
        <p:spPr/>
        <p:txBody>
          <a:bodyPr/>
          <a:lstStyle/>
          <a:p>
            <a:fld id="{DC46B2CB-A835-45D5-A2AA-5984C8C601DF}" type="datetimeFigureOut">
              <a:rPr lang="ko-KR" altLang="en-US" smtClean="0"/>
              <a:t>2025-12-10</a:t>
            </a:fld>
            <a:endParaRPr lang="ko-KR" altLang="en-US"/>
          </a:p>
        </p:txBody>
      </p:sp>
      <p:sp>
        <p:nvSpPr>
          <p:cNvPr id="3" name="바닥글 개체 틀 2">
            <a:extLst>
              <a:ext uri="{FF2B5EF4-FFF2-40B4-BE49-F238E27FC236}">
                <a16:creationId xmlns:a16="http://schemas.microsoft.com/office/drawing/2014/main" id="{D467CD14-786B-CCDC-1500-1DA88353D6A6}"/>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494269F3-2D55-B9A6-953E-58E822F5E1BE}"/>
              </a:ext>
            </a:extLst>
          </p:cNvPr>
          <p:cNvSpPr>
            <a:spLocks noGrp="1"/>
          </p:cNvSpPr>
          <p:nvPr>
            <p:ph type="sldNum" sz="quarter" idx="12"/>
          </p:nvPr>
        </p:nvSpPr>
        <p:spPr/>
        <p:txBody>
          <a:bodyPr/>
          <a:lstStyle/>
          <a:p>
            <a:fld id="{274B34BE-F436-429F-94A3-2DCA2EC1E1A3}" type="slidenum">
              <a:rPr lang="ko-KR" altLang="en-US" smtClean="0"/>
              <a:t>‹#›</a:t>
            </a:fld>
            <a:endParaRPr lang="ko-KR" altLang="en-US"/>
          </a:p>
        </p:txBody>
      </p:sp>
    </p:spTree>
    <p:extLst>
      <p:ext uri="{BB962C8B-B14F-4D97-AF65-F5344CB8AC3E}">
        <p14:creationId xmlns:p14="http://schemas.microsoft.com/office/powerpoint/2010/main" val="4266638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114BC00-BE69-8AEB-9308-7370C134687A}"/>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5C5270D2-4EBB-C22E-3B16-1B0EEEDBC8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5051805B-0DB2-6082-9173-5117923204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F390E7F9-50C1-FE0C-3415-1400F750F752}"/>
              </a:ext>
            </a:extLst>
          </p:cNvPr>
          <p:cNvSpPr>
            <a:spLocks noGrp="1"/>
          </p:cNvSpPr>
          <p:nvPr>
            <p:ph type="dt" sz="half" idx="10"/>
          </p:nvPr>
        </p:nvSpPr>
        <p:spPr/>
        <p:txBody>
          <a:bodyPr/>
          <a:lstStyle/>
          <a:p>
            <a:fld id="{DC46B2CB-A835-45D5-A2AA-5984C8C601DF}" type="datetimeFigureOut">
              <a:rPr lang="ko-KR" altLang="en-US" smtClean="0"/>
              <a:t>2025-12-10</a:t>
            </a:fld>
            <a:endParaRPr lang="ko-KR" altLang="en-US"/>
          </a:p>
        </p:txBody>
      </p:sp>
      <p:sp>
        <p:nvSpPr>
          <p:cNvPr id="6" name="바닥글 개체 틀 5">
            <a:extLst>
              <a:ext uri="{FF2B5EF4-FFF2-40B4-BE49-F238E27FC236}">
                <a16:creationId xmlns:a16="http://schemas.microsoft.com/office/drawing/2014/main" id="{FCF68C4D-6748-D565-668B-CDA857D225B1}"/>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899F498F-13BD-17B7-FBF6-0A362DFCDC2A}"/>
              </a:ext>
            </a:extLst>
          </p:cNvPr>
          <p:cNvSpPr>
            <a:spLocks noGrp="1"/>
          </p:cNvSpPr>
          <p:nvPr>
            <p:ph type="sldNum" sz="quarter" idx="12"/>
          </p:nvPr>
        </p:nvSpPr>
        <p:spPr/>
        <p:txBody>
          <a:bodyPr/>
          <a:lstStyle/>
          <a:p>
            <a:fld id="{274B34BE-F436-429F-94A3-2DCA2EC1E1A3}" type="slidenum">
              <a:rPr lang="ko-KR" altLang="en-US" smtClean="0"/>
              <a:t>‹#›</a:t>
            </a:fld>
            <a:endParaRPr lang="ko-KR" altLang="en-US"/>
          </a:p>
        </p:txBody>
      </p:sp>
    </p:spTree>
    <p:extLst>
      <p:ext uri="{BB962C8B-B14F-4D97-AF65-F5344CB8AC3E}">
        <p14:creationId xmlns:p14="http://schemas.microsoft.com/office/powerpoint/2010/main" val="1603655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31DFF16-A877-4690-B165-ABD1A08288EA}"/>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B8ED534A-A0F1-2C04-994B-EA24E67056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651429E4-589E-C834-351D-A8410BB34A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40DFF94C-B29C-BCE1-6923-FF9437AFEC26}"/>
              </a:ext>
            </a:extLst>
          </p:cNvPr>
          <p:cNvSpPr>
            <a:spLocks noGrp="1"/>
          </p:cNvSpPr>
          <p:nvPr>
            <p:ph type="dt" sz="half" idx="10"/>
          </p:nvPr>
        </p:nvSpPr>
        <p:spPr/>
        <p:txBody>
          <a:bodyPr/>
          <a:lstStyle/>
          <a:p>
            <a:fld id="{DC46B2CB-A835-45D5-A2AA-5984C8C601DF}" type="datetimeFigureOut">
              <a:rPr lang="ko-KR" altLang="en-US" smtClean="0"/>
              <a:t>2025-12-10</a:t>
            </a:fld>
            <a:endParaRPr lang="ko-KR" altLang="en-US"/>
          </a:p>
        </p:txBody>
      </p:sp>
      <p:sp>
        <p:nvSpPr>
          <p:cNvPr id="6" name="바닥글 개체 틀 5">
            <a:extLst>
              <a:ext uri="{FF2B5EF4-FFF2-40B4-BE49-F238E27FC236}">
                <a16:creationId xmlns:a16="http://schemas.microsoft.com/office/drawing/2014/main" id="{50DD4E96-AE7C-4C89-E641-3CC73012BA9F}"/>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71DB2AB1-389C-3D05-2444-E0FBE84329C3}"/>
              </a:ext>
            </a:extLst>
          </p:cNvPr>
          <p:cNvSpPr>
            <a:spLocks noGrp="1"/>
          </p:cNvSpPr>
          <p:nvPr>
            <p:ph type="sldNum" sz="quarter" idx="12"/>
          </p:nvPr>
        </p:nvSpPr>
        <p:spPr/>
        <p:txBody>
          <a:bodyPr/>
          <a:lstStyle/>
          <a:p>
            <a:fld id="{274B34BE-F436-429F-94A3-2DCA2EC1E1A3}" type="slidenum">
              <a:rPr lang="ko-KR" altLang="en-US" smtClean="0"/>
              <a:t>‹#›</a:t>
            </a:fld>
            <a:endParaRPr lang="ko-KR" altLang="en-US"/>
          </a:p>
        </p:txBody>
      </p:sp>
    </p:spTree>
    <p:extLst>
      <p:ext uri="{BB962C8B-B14F-4D97-AF65-F5344CB8AC3E}">
        <p14:creationId xmlns:p14="http://schemas.microsoft.com/office/powerpoint/2010/main" val="32005543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1DDFB2E-CFAC-683F-C8B0-5AC71DE5ACED}"/>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70BE67F9-69C5-9BE2-4FBF-92004D932EC6}"/>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4E08D36-31C0-3B65-1014-F06C9051AA5A}"/>
              </a:ext>
            </a:extLst>
          </p:cNvPr>
          <p:cNvSpPr>
            <a:spLocks noGrp="1"/>
          </p:cNvSpPr>
          <p:nvPr>
            <p:ph type="dt" sz="half" idx="10"/>
          </p:nvPr>
        </p:nvSpPr>
        <p:spPr/>
        <p:txBody>
          <a:bodyPr/>
          <a:lstStyle/>
          <a:p>
            <a:fld id="{DC46B2CB-A835-45D5-A2AA-5984C8C601DF}" type="datetimeFigureOut">
              <a:rPr lang="ko-KR" altLang="en-US" smtClean="0"/>
              <a:t>2025-12-10</a:t>
            </a:fld>
            <a:endParaRPr lang="ko-KR" altLang="en-US"/>
          </a:p>
        </p:txBody>
      </p:sp>
      <p:sp>
        <p:nvSpPr>
          <p:cNvPr id="5" name="바닥글 개체 틀 4">
            <a:extLst>
              <a:ext uri="{FF2B5EF4-FFF2-40B4-BE49-F238E27FC236}">
                <a16:creationId xmlns:a16="http://schemas.microsoft.com/office/drawing/2014/main" id="{DF9432A3-9A09-BD6B-FA60-BD11492FFCB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3FC52DA5-0E37-415D-194F-7DCE49E3F48F}"/>
              </a:ext>
            </a:extLst>
          </p:cNvPr>
          <p:cNvSpPr>
            <a:spLocks noGrp="1"/>
          </p:cNvSpPr>
          <p:nvPr>
            <p:ph type="sldNum" sz="quarter" idx="12"/>
          </p:nvPr>
        </p:nvSpPr>
        <p:spPr/>
        <p:txBody>
          <a:bodyPr/>
          <a:lstStyle/>
          <a:p>
            <a:fld id="{274B34BE-F436-429F-94A3-2DCA2EC1E1A3}" type="slidenum">
              <a:rPr lang="ko-KR" altLang="en-US" smtClean="0"/>
              <a:t>‹#›</a:t>
            </a:fld>
            <a:endParaRPr lang="ko-KR" altLang="en-US"/>
          </a:p>
        </p:txBody>
      </p:sp>
    </p:spTree>
    <p:extLst>
      <p:ext uri="{BB962C8B-B14F-4D97-AF65-F5344CB8AC3E}">
        <p14:creationId xmlns:p14="http://schemas.microsoft.com/office/powerpoint/2010/main" val="734497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3D5A26F5-12F0-03C6-7FC1-8C07801B61CA}"/>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D8018E0D-A69A-B865-9D06-B4A0813BCE8A}"/>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A7AC948-A601-D23A-A12B-0B16D99594B8}"/>
              </a:ext>
            </a:extLst>
          </p:cNvPr>
          <p:cNvSpPr>
            <a:spLocks noGrp="1"/>
          </p:cNvSpPr>
          <p:nvPr>
            <p:ph type="dt" sz="half" idx="10"/>
          </p:nvPr>
        </p:nvSpPr>
        <p:spPr/>
        <p:txBody>
          <a:bodyPr/>
          <a:lstStyle/>
          <a:p>
            <a:fld id="{DC46B2CB-A835-45D5-A2AA-5984C8C601DF}" type="datetimeFigureOut">
              <a:rPr lang="ko-KR" altLang="en-US" smtClean="0"/>
              <a:t>2025-12-10</a:t>
            </a:fld>
            <a:endParaRPr lang="ko-KR" altLang="en-US"/>
          </a:p>
        </p:txBody>
      </p:sp>
      <p:sp>
        <p:nvSpPr>
          <p:cNvPr id="5" name="바닥글 개체 틀 4">
            <a:extLst>
              <a:ext uri="{FF2B5EF4-FFF2-40B4-BE49-F238E27FC236}">
                <a16:creationId xmlns:a16="http://schemas.microsoft.com/office/drawing/2014/main" id="{9D16F717-2A1E-B5CC-EEA5-04AD002DD95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476C771A-4ED3-25AE-F63B-7711121E5104}"/>
              </a:ext>
            </a:extLst>
          </p:cNvPr>
          <p:cNvSpPr>
            <a:spLocks noGrp="1"/>
          </p:cNvSpPr>
          <p:nvPr>
            <p:ph type="sldNum" sz="quarter" idx="12"/>
          </p:nvPr>
        </p:nvSpPr>
        <p:spPr/>
        <p:txBody>
          <a:bodyPr/>
          <a:lstStyle/>
          <a:p>
            <a:fld id="{274B34BE-F436-429F-94A3-2DCA2EC1E1A3}" type="slidenum">
              <a:rPr lang="ko-KR" altLang="en-US" smtClean="0"/>
              <a:t>‹#›</a:t>
            </a:fld>
            <a:endParaRPr lang="ko-KR" altLang="en-US"/>
          </a:p>
        </p:txBody>
      </p:sp>
    </p:spTree>
    <p:extLst>
      <p:ext uri="{BB962C8B-B14F-4D97-AF65-F5344CB8AC3E}">
        <p14:creationId xmlns:p14="http://schemas.microsoft.com/office/powerpoint/2010/main" val="3328852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86B36C5C-DF4A-2B00-1742-F4EC53DD4B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A0C91534-4EA8-AEC8-946C-FE6D612FA1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47453CFA-A1A9-8FD2-C47C-C65A25AA41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C46B2CB-A835-45D5-A2AA-5984C8C601DF}" type="datetimeFigureOut">
              <a:rPr lang="ko-KR" altLang="en-US" smtClean="0"/>
              <a:t>2025-12-10</a:t>
            </a:fld>
            <a:endParaRPr lang="ko-KR" altLang="en-US"/>
          </a:p>
        </p:txBody>
      </p:sp>
      <p:sp>
        <p:nvSpPr>
          <p:cNvPr id="5" name="바닥글 개체 틀 4">
            <a:extLst>
              <a:ext uri="{FF2B5EF4-FFF2-40B4-BE49-F238E27FC236}">
                <a16:creationId xmlns:a16="http://schemas.microsoft.com/office/drawing/2014/main" id="{5256D3CA-7C15-0F17-9C22-0EBEC42463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6DF9122-5801-3AA3-6096-F6CE372BB7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4B34BE-F436-429F-94A3-2DCA2EC1E1A3}" type="slidenum">
              <a:rPr lang="ko-KR" altLang="en-US" smtClean="0"/>
              <a:t>‹#›</a:t>
            </a:fld>
            <a:endParaRPr lang="ko-KR" altLang="en-US"/>
          </a:p>
        </p:txBody>
      </p:sp>
    </p:spTree>
    <p:extLst>
      <p:ext uri="{BB962C8B-B14F-4D97-AF65-F5344CB8AC3E}">
        <p14:creationId xmlns:p14="http://schemas.microsoft.com/office/powerpoint/2010/main" val="1522765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사각형: 둥근 모서리 112">
            <a:extLst>
              <a:ext uri="{FF2B5EF4-FFF2-40B4-BE49-F238E27FC236}">
                <a16:creationId xmlns:a16="http://schemas.microsoft.com/office/drawing/2014/main" id="{8D9C4088-46BD-85F0-6AC9-12F9AB14B3F7}"/>
              </a:ext>
            </a:extLst>
          </p:cNvPr>
          <p:cNvSpPr/>
          <p:nvPr/>
        </p:nvSpPr>
        <p:spPr>
          <a:xfrm>
            <a:off x="3653503" y="2775740"/>
            <a:ext cx="3257520" cy="2081583"/>
          </a:xfrm>
          <a:prstGeom prst="round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타원 3">
            <a:extLst>
              <a:ext uri="{FF2B5EF4-FFF2-40B4-BE49-F238E27FC236}">
                <a16:creationId xmlns:a16="http://schemas.microsoft.com/office/drawing/2014/main" id="{F76F29A0-54C0-E002-E432-6DAF6758865C}"/>
              </a:ext>
            </a:extLst>
          </p:cNvPr>
          <p:cNvSpPr/>
          <p:nvPr/>
        </p:nvSpPr>
        <p:spPr>
          <a:xfrm>
            <a:off x="801187" y="2222859"/>
            <a:ext cx="796835" cy="775065"/>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타원 4">
            <a:extLst>
              <a:ext uri="{FF2B5EF4-FFF2-40B4-BE49-F238E27FC236}">
                <a16:creationId xmlns:a16="http://schemas.microsoft.com/office/drawing/2014/main" id="{CB49554E-5D00-D63F-1BAA-14FC30A35A4C}"/>
              </a:ext>
            </a:extLst>
          </p:cNvPr>
          <p:cNvSpPr/>
          <p:nvPr/>
        </p:nvSpPr>
        <p:spPr>
          <a:xfrm>
            <a:off x="2198913" y="2222859"/>
            <a:ext cx="796835" cy="775065"/>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7" name="직선 연결선 6">
            <a:extLst>
              <a:ext uri="{FF2B5EF4-FFF2-40B4-BE49-F238E27FC236}">
                <a16:creationId xmlns:a16="http://schemas.microsoft.com/office/drawing/2014/main" id="{93ED6F90-F5BE-F507-5A04-7767E9C37988}"/>
              </a:ext>
            </a:extLst>
          </p:cNvPr>
          <p:cNvCxnSpPr>
            <a:cxnSpLocks/>
            <a:stCxn id="4" idx="6"/>
            <a:endCxn id="5" idx="2"/>
          </p:cNvCxnSpPr>
          <p:nvPr/>
        </p:nvCxnSpPr>
        <p:spPr>
          <a:xfrm>
            <a:off x="1598022" y="2610392"/>
            <a:ext cx="600891" cy="0"/>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3" name="직선 연결선 12">
            <a:extLst>
              <a:ext uri="{FF2B5EF4-FFF2-40B4-BE49-F238E27FC236}">
                <a16:creationId xmlns:a16="http://schemas.microsoft.com/office/drawing/2014/main" id="{DA078DD1-8BCD-06E6-9A97-696D023EA114}"/>
              </a:ext>
            </a:extLst>
          </p:cNvPr>
          <p:cNvCxnSpPr>
            <a:cxnSpLocks/>
            <a:endCxn id="4" idx="2"/>
          </p:cNvCxnSpPr>
          <p:nvPr/>
        </p:nvCxnSpPr>
        <p:spPr>
          <a:xfrm>
            <a:off x="426720" y="2222859"/>
            <a:ext cx="374467" cy="387533"/>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6" name="직선 연결선 15">
            <a:extLst>
              <a:ext uri="{FF2B5EF4-FFF2-40B4-BE49-F238E27FC236}">
                <a16:creationId xmlns:a16="http://schemas.microsoft.com/office/drawing/2014/main" id="{1E6ED979-34A0-E685-2776-227263E040C1}"/>
              </a:ext>
            </a:extLst>
          </p:cNvPr>
          <p:cNvCxnSpPr>
            <a:cxnSpLocks/>
            <a:endCxn id="4" idx="2"/>
          </p:cNvCxnSpPr>
          <p:nvPr/>
        </p:nvCxnSpPr>
        <p:spPr>
          <a:xfrm flipV="1">
            <a:off x="328747" y="2610392"/>
            <a:ext cx="472440" cy="65313"/>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8" name="직선 연결선 17">
            <a:extLst>
              <a:ext uri="{FF2B5EF4-FFF2-40B4-BE49-F238E27FC236}">
                <a16:creationId xmlns:a16="http://schemas.microsoft.com/office/drawing/2014/main" id="{093DACBA-B8CD-A675-3C11-9744E5292741}"/>
              </a:ext>
            </a:extLst>
          </p:cNvPr>
          <p:cNvCxnSpPr>
            <a:cxnSpLocks/>
            <a:endCxn id="4" idx="2"/>
          </p:cNvCxnSpPr>
          <p:nvPr/>
        </p:nvCxnSpPr>
        <p:spPr>
          <a:xfrm flipV="1">
            <a:off x="426720" y="2610392"/>
            <a:ext cx="374467" cy="431075"/>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2" name="직선 연결선 21">
            <a:extLst>
              <a:ext uri="{FF2B5EF4-FFF2-40B4-BE49-F238E27FC236}">
                <a16:creationId xmlns:a16="http://schemas.microsoft.com/office/drawing/2014/main" id="{4A1DC0A9-B3A7-6010-B440-A49DBC59CCCB}"/>
              </a:ext>
            </a:extLst>
          </p:cNvPr>
          <p:cNvCxnSpPr>
            <a:cxnSpLocks/>
            <a:stCxn id="5" idx="6"/>
          </p:cNvCxnSpPr>
          <p:nvPr/>
        </p:nvCxnSpPr>
        <p:spPr>
          <a:xfrm flipV="1">
            <a:off x="2995748" y="2222859"/>
            <a:ext cx="418012" cy="387533"/>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5" name="직선 연결선 24">
            <a:extLst>
              <a:ext uri="{FF2B5EF4-FFF2-40B4-BE49-F238E27FC236}">
                <a16:creationId xmlns:a16="http://schemas.microsoft.com/office/drawing/2014/main" id="{F53B5E83-EA32-CC4D-8EBC-7815E9E5D8DF}"/>
              </a:ext>
            </a:extLst>
          </p:cNvPr>
          <p:cNvCxnSpPr>
            <a:cxnSpLocks/>
            <a:stCxn id="5" idx="6"/>
          </p:cNvCxnSpPr>
          <p:nvPr/>
        </p:nvCxnSpPr>
        <p:spPr>
          <a:xfrm>
            <a:off x="2995748" y="2610392"/>
            <a:ext cx="505097" cy="65313"/>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8" name="직선 연결선 27">
            <a:extLst>
              <a:ext uri="{FF2B5EF4-FFF2-40B4-BE49-F238E27FC236}">
                <a16:creationId xmlns:a16="http://schemas.microsoft.com/office/drawing/2014/main" id="{B39CDD01-DCB4-5AAF-1DEA-F40E488EB57B}"/>
              </a:ext>
            </a:extLst>
          </p:cNvPr>
          <p:cNvCxnSpPr>
            <a:cxnSpLocks/>
            <a:stCxn id="5" idx="6"/>
          </p:cNvCxnSpPr>
          <p:nvPr/>
        </p:nvCxnSpPr>
        <p:spPr>
          <a:xfrm>
            <a:off x="2995748" y="2610392"/>
            <a:ext cx="505097" cy="431075"/>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sp>
        <p:nvSpPr>
          <p:cNvPr id="34" name="말풍선: 모서리가 둥근 사각형 33">
            <a:extLst>
              <a:ext uri="{FF2B5EF4-FFF2-40B4-BE49-F238E27FC236}">
                <a16:creationId xmlns:a16="http://schemas.microsoft.com/office/drawing/2014/main" id="{9ECAF13B-23A4-7AB5-8AB0-C6035FBD31A7}"/>
              </a:ext>
            </a:extLst>
          </p:cNvPr>
          <p:cNvSpPr/>
          <p:nvPr/>
        </p:nvSpPr>
        <p:spPr>
          <a:xfrm>
            <a:off x="564967" y="3429000"/>
            <a:ext cx="2573383" cy="775066"/>
          </a:xfrm>
          <a:prstGeom prst="wedgeRoundRectCallout">
            <a:avLst>
              <a:gd name="adj1" fmla="val -2237"/>
              <a:gd name="adj2" fmla="val -143624"/>
              <a:gd name="adj3" fmla="val 16667"/>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a:ln>
                  <a:solidFill>
                    <a:sysClr val="windowText" lastClr="000000"/>
                  </a:solidFill>
                </a:ln>
                <a:solidFill>
                  <a:sysClr val="windowText" lastClr="000000"/>
                </a:solidFill>
              </a:rPr>
              <a:t>How are synapses</a:t>
            </a:r>
          </a:p>
          <a:p>
            <a:r>
              <a:rPr lang="en-US" altLang="ko-KR">
                <a:ln>
                  <a:solidFill>
                    <a:sysClr val="windowText" lastClr="000000"/>
                  </a:solidFill>
                </a:ln>
                <a:solidFill>
                  <a:sysClr val="windowText" lastClr="000000"/>
                </a:solidFill>
              </a:rPr>
              <a:t>in our brain updated?</a:t>
            </a:r>
            <a:endParaRPr lang="ko-KR" altLang="en-US">
              <a:ln>
                <a:solidFill>
                  <a:sysClr val="windowText" lastClr="000000"/>
                </a:solidFill>
              </a:ln>
              <a:solidFill>
                <a:sysClr val="windowText" lastClr="000000"/>
              </a:solidFill>
            </a:endParaRPr>
          </a:p>
        </p:txBody>
      </p:sp>
      <p:pic>
        <p:nvPicPr>
          <p:cNvPr id="35" name="그림 34">
            <a:extLst>
              <a:ext uri="{FF2B5EF4-FFF2-40B4-BE49-F238E27FC236}">
                <a16:creationId xmlns:a16="http://schemas.microsoft.com/office/drawing/2014/main" id="{7BA70782-810A-4952-D72F-E9A4D60F06D6}"/>
              </a:ext>
            </a:extLst>
          </p:cNvPr>
          <p:cNvPicPr>
            <a:picLocks noChangeAspect="1"/>
          </p:cNvPicPr>
          <p:nvPr/>
        </p:nvPicPr>
        <p:blipFill>
          <a:blip r:embed="rId2"/>
          <a:stretch>
            <a:fillRect/>
          </a:stretch>
        </p:blipFill>
        <p:spPr>
          <a:xfrm>
            <a:off x="328747" y="4505827"/>
            <a:ext cx="2573383" cy="1984295"/>
          </a:xfrm>
          <a:prstGeom prst="rect">
            <a:avLst/>
          </a:prstGeom>
        </p:spPr>
      </p:pic>
      <p:pic>
        <p:nvPicPr>
          <p:cNvPr id="36" name="그림 35">
            <a:extLst>
              <a:ext uri="{FF2B5EF4-FFF2-40B4-BE49-F238E27FC236}">
                <a16:creationId xmlns:a16="http://schemas.microsoft.com/office/drawing/2014/main" id="{01E75B33-991E-185F-A6F4-BA87C66DC294}"/>
              </a:ext>
            </a:extLst>
          </p:cNvPr>
          <p:cNvPicPr>
            <a:picLocks noChangeAspect="1"/>
          </p:cNvPicPr>
          <p:nvPr/>
        </p:nvPicPr>
        <p:blipFill>
          <a:blip r:embed="rId3"/>
          <a:stretch>
            <a:fillRect/>
          </a:stretch>
        </p:blipFill>
        <p:spPr>
          <a:xfrm>
            <a:off x="809896" y="367878"/>
            <a:ext cx="1941130" cy="1796367"/>
          </a:xfrm>
          <a:prstGeom prst="rect">
            <a:avLst/>
          </a:prstGeom>
        </p:spPr>
      </p:pic>
      <p:sp>
        <p:nvSpPr>
          <p:cNvPr id="41" name="TextBox 40">
            <a:extLst>
              <a:ext uri="{FF2B5EF4-FFF2-40B4-BE49-F238E27FC236}">
                <a16:creationId xmlns:a16="http://schemas.microsoft.com/office/drawing/2014/main" id="{F6C7F6CF-CEC7-D0C7-9339-95C8770E38A3}"/>
              </a:ext>
            </a:extLst>
          </p:cNvPr>
          <p:cNvSpPr txBox="1"/>
          <p:nvPr/>
        </p:nvSpPr>
        <p:spPr>
          <a:xfrm>
            <a:off x="80209" y="6220156"/>
            <a:ext cx="729687" cy="369332"/>
          </a:xfrm>
          <a:prstGeom prst="rect">
            <a:avLst/>
          </a:prstGeom>
          <a:noFill/>
        </p:spPr>
        <p:txBody>
          <a:bodyPr wrap="none" rtlCol="0">
            <a:spAutoFit/>
          </a:bodyPr>
          <a:lstStyle/>
          <a:p>
            <a:r>
              <a:rPr lang="en-US" altLang="ko-KR"/>
              <a:t>STDP</a:t>
            </a:r>
            <a:endParaRPr lang="ko-KR" altLang="en-US"/>
          </a:p>
        </p:txBody>
      </p:sp>
      <p:sp>
        <p:nvSpPr>
          <p:cNvPr id="42" name="액자 41">
            <a:extLst>
              <a:ext uri="{FF2B5EF4-FFF2-40B4-BE49-F238E27FC236}">
                <a16:creationId xmlns:a16="http://schemas.microsoft.com/office/drawing/2014/main" id="{FBC936CF-CB95-AD78-3374-2C8FEBD21ACF}"/>
              </a:ext>
            </a:extLst>
          </p:cNvPr>
          <p:cNvSpPr/>
          <p:nvPr/>
        </p:nvSpPr>
        <p:spPr>
          <a:xfrm>
            <a:off x="1306286" y="6220156"/>
            <a:ext cx="1018903" cy="269966"/>
          </a:xfrm>
          <a:prstGeom prst="fram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accent6">
                  <a:lumMod val="75000"/>
                </a:schemeClr>
              </a:solidFill>
            </a:endParaRPr>
          </a:p>
        </p:txBody>
      </p:sp>
      <p:cxnSp>
        <p:nvCxnSpPr>
          <p:cNvPr id="44" name="직선 화살표 연결선 43">
            <a:extLst>
              <a:ext uri="{FF2B5EF4-FFF2-40B4-BE49-F238E27FC236}">
                <a16:creationId xmlns:a16="http://schemas.microsoft.com/office/drawing/2014/main" id="{A772C530-0833-8EF5-79B0-4508D0DE72E7}"/>
              </a:ext>
            </a:extLst>
          </p:cNvPr>
          <p:cNvCxnSpPr>
            <a:cxnSpLocks/>
            <a:stCxn id="42" idx="3"/>
            <a:endCxn id="45" idx="1"/>
          </p:cNvCxnSpPr>
          <p:nvPr/>
        </p:nvCxnSpPr>
        <p:spPr>
          <a:xfrm flipV="1">
            <a:off x="2325189" y="4273556"/>
            <a:ext cx="3205097" cy="2081583"/>
          </a:xfrm>
          <a:prstGeom prst="straightConnector1">
            <a:avLst/>
          </a:prstGeom>
          <a:ln>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5" name="사각형: 둥근 모서리 44">
            <a:extLst>
              <a:ext uri="{FF2B5EF4-FFF2-40B4-BE49-F238E27FC236}">
                <a16:creationId xmlns:a16="http://schemas.microsoft.com/office/drawing/2014/main" id="{426138EF-7373-0ECC-7046-F670A1C9B6DC}"/>
              </a:ext>
            </a:extLst>
          </p:cNvPr>
          <p:cNvSpPr/>
          <p:nvPr/>
        </p:nvSpPr>
        <p:spPr>
          <a:xfrm>
            <a:off x="5530286" y="4088890"/>
            <a:ext cx="757645" cy="369332"/>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a:ln>
                  <a:solidFill>
                    <a:sysClr val="windowText" lastClr="000000"/>
                  </a:solidFill>
                </a:ln>
                <a:solidFill>
                  <a:sysClr val="windowText" lastClr="000000"/>
                </a:solidFill>
              </a:rPr>
              <a:t>state</a:t>
            </a:r>
            <a:endParaRPr lang="ko-KR" altLang="en-US">
              <a:ln>
                <a:solidFill>
                  <a:sysClr val="windowText" lastClr="000000"/>
                </a:solidFill>
              </a:ln>
              <a:solidFill>
                <a:sysClr val="windowText" lastClr="000000"/>
              </a:solidFill>
            </a:endParaRPr>
          </a:p>
        </p:txBody>
      </p:sp>
      <p:sp>
        <p:nvSpPr>
          <p:cNvPr id="47" name="액자 46">
            <a:extLst>
              <a:ext uri="{FF2B5EF4-FFF2-40B4-BE49-F238E27FC236}">
                <a16:creationId xmlns:a16="http://schemas.microsoft.com/office/drawing/2014/main" id="{29198AC9-85A4-9AF7-4A33-703D92CCFB45}"/>
              </a:ext>
            </a:extLst>
          </p:cNvPr>
          <p:cNvSpPr/>
          <p:nvPr/>
        </p:nvSpPr>
        <p:spPr>
          <a:xfrm>
            <a:off x="252549" y="5007429"/>
            <a:ext cx="374468" cy="592182"/>
          </a:xfrm>
          <a:prstGeom prst="fram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cxnSp>
        <p:nvCxnSpPr>
          <p:cNvPr id="49" name="직선 화살표 연결선 48">
            <a:extLst>
              <a:ext uri="{FF2B5EF4-FFF2-40B4-BE49-F238E27FC236}">
                <a16:creationId xmlns:a16="http://schemas.microsoft.com/office/drawing/2014/main" id="{13A44A87-E27D-F5FA-A102-0192E4412026}"/>
              </a:ext>
            </a:extLst>
          </p:cNvPr>
          <p:cNvCxnSpPr>
            <a:cxnSpLocks/>
            <a:stCxn id="47" idx="3"/>
            <a:endCxn id="51" idx="1"/>
          </p:cNvCxnSpPr>
          <p:nvPr/>
        </p:nvCxnSpPr>
        <p:spPr>
          <a:xfrm flipV="1">
            <a:off x="627017" y="4403806"/>
            <a:ext cx="3257520" cy="899714"/>
          </a:xfrm>
          <a:prstGeom prst="straightConnector1">
            <a:avLst/>
          </a:prstGeom>
          <a:ln>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51" name="사각형: 둥근 모서리 50">
            <a:extLst>
              <a:ext uri="{FF2B5EF4-FFF2-40B4-BE49-F238E27FC236}">
                <a16:creationId xmlns:a16="http://schemas.microsoft.com/office/drawing/2014/main" id="{9D99E49F-C9F0-8050-048D-F0B300612A01}"/>
              </a:ext>
            </a:extLst>
          </p:cNvPr>
          <p:cNvSpPr/>
          <p:nvPr/>
        </p:nvSpPr>
        <p:spPr>
          <a:xfrm>
            <a:off x="3884537" y="4094366"/>
            <a:ext cx="1358195" cy="618880"/>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a:ln>
                  <a:solidFill>
                    <a:sysClr val="windowText" lastClr="000000"/>
                  </a:solidFill>
                </a:ln>
                <a:solidFill>
                  <a:sysClr val="windowText" lastClr="000000"/>
                </a:solidFill>
              </a:rPr>
              <a:t>action</a:t>
            </a:r>
          </a:p>
          <a:p>
            <a:pPr algn="ctr"/>
            <a:r>
              <a:rPr lang="en-US" altLang="ko-KR">
                <a:ln>
                  <a:solidFill>
                    <a:sysClr val="windowText" lastClr="000000"/>
                  </a:solidFill>
                </a:ln>
                <a:solidFill>
                  <a:sysClr val="windowText" lastClr="000000"/>
                </a:solidFill>
              </a:rPr>
              <a:t>(continous)</a:t>
            </a:r>
            <a:endParaRPr lang="ko-KR" altLang="en-US">
              <a:ln>
                <a:solidFill>
                  <a:sysClr val="windowText" lastClr="000000"/>
                </a:solidFill>
              </a:ln>
              <a:solidFill>
                <a:sysClr val="windowText" lastClr="000000"/>
              </a:solidFill>
            </a:endParaRPr>
          </a:p>
        </p:txBody>
      </p:sp>
      <p:sp>
        <p:nvSpPr>
          <p:cNvPr id="61" name="액자 60">
            <a:extLst>
              <a:ext uri="{FF2B5EF4-FFF2-40B4-BE49-F238E27FC236}">
                <a16:creationId xmlns:a16="http://schemas.microsoft.com/office/drawing/2014/main" id="{487063EF-04B0-784B-8F58-8764325A8419}"/>
              </a:ext>
            </a:extLst>
          </p:cNvPr>
          <p:cNvSpPr/>
          <p:nvPr/>
        </p:nvSpPr>
        <p:spPr>
          <a:xfrm>
            <a:off x="1576250" y="3589191"/>
            <a:ext cx="1053739" cy="286287"/>
          </a:xfrm>
          <a:prstGeom prst="frame">
            <a:avLst>
              <a:gd name="adj1" fmla="val 7025"/>
            </a:avLst>
          </a:prstGeom>
          <a:solidFill>
            <a:schemeClr val="accent5">
              <a:lumMod val="60000"/>
              <a:lumOff val="4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cxnSp>
        <p:nvCxnSpPr>
          <p:cNvPr id="63" name="직선 화살표 연결선 62">
            <a:extLst>
              <a:ext uri="{FF2B5EF4-FFF2-40B4-BE49-F238E27FC236}">
                <a16:creationId xmlns:a16="http://schemas.microsoft.com/office/drawing/2014/main" id="{ABD1517C-5F26-47A8-CCC8-D79669B170D1}"/>
              </a:ext>
            </a:extLst>
          </p:cNvPr>
          <p:cNvCxnSpPr>
            <a:cxnSpLocks/>
            <a:stCxn id="61" idx="3"/>
            <a:endCxn id="64" idx="1"/>
          </p:cNvCxnSpPr>
          <p:nvPr/>
        </p:nvCxnSpPr>
        <p:spPr>
          <a:xfrm flipV="1">
            <a:off x="2629989" y="3716416"/>
            <a:ext cx="2246412" cy="15919"/>
          </a:xfrm>
          <a:prstGeom prst="straightConnector1">
            <a:avLst/>
          </a:prstGeom>
          <a:ln w="28575">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4" name="사각형: 둥근 모서리 63">
            <a:extLst>
              <a:ext uri="{FF2B5EF4-FFF2-40B4-BE49-F238E27FC236}">
                <a16:creationId xmlns:a16="http://schemas.microsoft.com/office/drawing/2014/main" id="{3BAF57B5-7F7C-2DEC-2EF1-D47EB96BE02E}"/>
              </a:ext>
            </a:extLst>
          </p:cNvPr>
          <p:cNvSpPr/>
          <p:nvPr/>
        </p:nvSpPr>
        <p:spPr>
          <a:xfrm>
            <a:off x="4876401" y="3531750"/>
            <a:ext cx="974669" cy="369332"/>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a:ln>
                  <a:solidFill>
                    <a:sysClr val="windowText" lastClr="000000"/>
                  </a:solidFill>
                </a:ln>
                <a:solidFill>
                  <a:sysClr val="windowText" lastClr="000000"/>
                </a:solidFill>
              </a:rPr>
              <a:t>AGENT</a:t>
            </a:r>
            <a:endParaRPr lang="ko-KR" altLang="en-US">
              <a:ln>
                <a:solidFill>
                  <a:sysClr val="windowText" lastClr="000000"/>
                </a:solidFill>
              </a:ln>
              <a:solidFill>
                <a:sysClr val="windowText" lastClr="000000"/>
              </a:solidFill>
            </a:endParaRPr>
          </a:p>
        </p:txBody>
      </p:sp>
      <p:pic>
        <p:nvPicPr>
          <p:cNvPr id="71" name="그림 70">
            <a:extLst>
              <a:ext uri="{FF2B5EF4-FFF2-40B4-BE49-F238E27FC236}">
                <a16:creationId xmlns:a16="http://schemas.microsoft.com/office/drawing/2014/main" id="{3D00F7D9-DE8E-4412-79D6-602F20B555BE}"/>
              </a:ext>
            </a:extLst>
          </p:cNvPr>
          <p:cNvPicPr>
            <a:picLocks noChangeAspect="1"/>
          </p:cNvPicPr>
          <p:nvPr/>
        </p:nvPicPr>
        <p:blipFill>
          <a:blip r:embed="rId4"/>
          <a:stretch>
            <a:fillRect/>
          </a:stretch>
        </p:blipFill>
        <p:spPr>
          <a:xfrm>
            <a:off x="3500845" y="295276"/>
            <a:ext cx="3161791" cy="1725966"/>
          </a:xfrm>
          <a:prstGeom prst="rect">
            <a:avLst/>
          </a:prstGeom>
        </p:spPr>
      </p:pic>
      <p:sp>
        <p:nvSpPr>
          <p:cNvPr id="75" name="액자 74">
            <a:extLst>
              <a:ext uri="{FF2B5EF4-FFF2-40B4-BE49-F238E27FC236}">
                <a16:creationId xmlns:a16="http://schemas.microsoft.com/office/drawing/2014/main" id="{4A4FA05D-3A65-8466-9891-0D02AF253905}"/>
              </a:ext>
            </a:extLst>
          </p:cNvPr>
          <p:cNvSpPr/>
          <p:nvPr/>
        </p:nvSpPr>
        <p:spPr>
          <a:xfrm>
            <a:off x="3231512" y="212581"/>
            <a:ext cx="3735977" cy="1904086"/>
          </a:xfrm>
          <a:prstGeom prst="frame">
            <a:avLst>
              <a:gd name="adj1" fmla="val 2737"/>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cxnSp>
        <p:nvCxnSpPr>
          <p:cNvPr id="77" name="직선 화살표 연결선 76">
            <a:extLst>
              <a:ext uri="{FF2B5EF4-FFF2-40B4-BE49-F238E27FC236}">
                <a16:creationId xmlns:a16="http://schemas.microsoft.com/office/drawing/2014/main" id="{C3C6FBB8-4B1C-0D18-115C-D65EF8557426}"/>
              </a:ext>
            </a:extLst>
          </p:cNvPr>
          <p:cNvCxnSpPr>
            <a:cxnSpLocks/>
            <a:stCxn id="75" idx="2"/>
            <a:endCxn id="78" idx="0"/>
          </p:cNvCxnSpPr>
          <p:nvPr/>
        </p:nvCxnSpPr>
        <p:spPr>
          <a:xfrm flipH="1">
            <a:off x="4876402" y="2116667"/>
            <a:ext cx="223099" cy="857943"/>
          </a:xfrm>
          <a:prstGeom prst="straightConnector1">
            <a:avLst/>
          </a:prstGeom>
          <a:ln w="28575">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78" name="사각형: 둥근 모서리 77">
            <a:extLst>
              <a:ext uri="{FF2B5EF4-FFF2-40B4-BE49-F238E27FC236}">
                <a16:creationId xmlns:a16="http://schemas.microsoft.com/office/drawing/2014/main" id="{81776CE0-AAAC-06F4-C50E-07601EC67975}"/>
              </a:ext>
            </a:extLst>
          </p:cNvPr>
          <p:cNvSpPr/>
          <p:nvPr/>
        </p:nvSpPr>
        <p:spPr>
          <a:xfrm>
            <a:off x="4510071" y="2974610"/>
            <a:ext cx="732661" cy="369332"/>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a:ln>
                  <a:solidFill>
                    <a:sysClr val="windowText" lastClr="000000"/>
                  </a:solidFill>
                </a:ln>
                <a:solidFill>
                  <a:sysClr val="windowText" lastClr="000000"/>
                </a:solidFill>
              </a:rPr>
              <a:t>ENV</a:t>
            </a:r>
            <a:endParaRPr lang="ko-KR" altLang="en-US">
              <a:ln>
                <a:solidFill>
                  <a:sysClr val="windowText" lastClr="000000"/>
                </a:solidFill>
              </a:ln>
              <a:solidFill>
                <a:sysClr val="windowText" lastClr="000000"/>
              </a:solidFill>
            </a:endParaRPr>
          </a:p>
        </p:txBody>
      </p:sp>
      <p:cxnSp>
        <p:nvCxnSpPr>
          <p:cNvPr id="87" name="직선 화살표 연결선 86">
            <a:extLst>
              <a:ext uri="{FF2B5EF4-FFF2-40B4-BE49-F238E27FC236}">
                <a16:creationId xmlns:a16="http://schemas.microsoft.com/office/drawing/2014/main" id="{1F66C011-D3A6-8FF7-4597-3DD3D0BD2222}"/>
              </a:ext>
            </a:extLst>
          </p:cNvPr>
          <p:cNvCxnSpPr>
            <a:cxnSpLocks/>
            <a:stCxn id="75" idx="2"/>
            <a:endCxn id="90" idx="0"/>
          </p:cNvCxnSpPr>
          <p:nvPr/>
        </p:nvCxnSpPr>
        <p:spPr>
          <a:xfrm>
            <a:off x="5099501" y="2116667"/>
            <a:ext cx="970544" cy="857943"/>
          </a:xfrm>
          <a:prstGeom prst="straightConnector1">
            <a:avLst/>
          </a:prstGeom>
          <a:ln w="28575">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90" name="사각형: 둥근 모서리 89">
            <a:extLst>
              <a:ext uri="{FF2B5EF4-FFF2-40B4-BE49-F238E27FC236}">
                <a16:creationId xmlns:a16="http://schemas.microsoft.com/office/drawing/2014/main" id="{084CC39B-CF85-F5C4-F3E9-8FE6BCD71D03}"/>
              </a:ext>
            </a:extLst>
          </p:cNvPr>
          <p:cNvSpPr/>
          <p:nvPr/>
        </p:nvSpPr>
        <p:spPr>
          <a:xfrm>
            <a:off x="5530286" y="2974610"/>
            <a:ext cx="1079518" cy="369332"/>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a:ln>
                  <a:solidFill>
                    <a:sysClr val="windowText" lastClr="000000"/>
                  </a:solidFill>
                </a:ln>
                <a:solidFill>
                  <a:sysClr val="windowText" lastClr="000000"/>
                </a:solidFill>
              </a:rPr>
              <a:t>Reward</a:t>
            </a:r>
            <a:endParaRPr lang="ko-KR" altLang="en-US">
              <a:ln>
                <a:solidFill>
                  <a:sysClr val="windowText" lastClr="000000"/>
                </a:solidFill>
              </a:ln>
              <a:solidFill>
                <a:sysClr val="windowText" lastClr="000000"/>
              </a:solidFill>
            </a:endParaRPr>
          </a:p>
        </p:txBody>
      </p:sp>
      <p:sp>
        <p:nvSpPr>
          <p:cNvPr id="99" name="TextBox 98">
            <a:extLst>
              <a:ext uri="{FF2B5EF4-FFF2-40B4-BE49-F238E27FC236}">
                <a16:creationId xmlns:a16="http://schemas.microsoft.com/office/drawing/2014/main" id="{8578268D-C2FF-1610-C6EC-351E59125C48}"/>
              </a:ext>
            </a:extLst>
          </p:cNvPr>
          <p:cNvSpPr txBox="1"/>
          <p:nvPr/>
        </p:nvSpPr>
        <p:spPr>
          <a:xfrm>
            <a:off x="4564091" y="5007429"/>
            <a:ext cx="7598861" cy="1754326"/>
          </a:xfrm>
          <a:prstGeom prst="rect">
            <a:avLst/>
          </a:prstGeom>
          <a:noFill/>
        </p:spPr>
        <p:txBody>
          <a:bodyPr wrap="square" rtlCol="0">
            <a:spAutoFit/>
          </a:bodyPr>
          <a:lstStyle/>
          <a:p>
            <a:r>
              <a:rPr lang="en-US" altLang="ko-KR" b="1"/>
              <a:t>Perpose</a:t>
            </a:r>
          </a:p>
          <a:p>
            <a:r>
              <a:rPr lang="en-US" altLang="ko-KR"/>
              <a:t>To verify whether synaptic update policies that can solve a given task</a:t>
            </a:r>
          </a:p>
          <a:p>
            <a:r>
              <a:rPr lang="en-US" altLang="ko-KR"/>
              <a:t>well can in fact be learned, by using global rewards generated</a:t>
            </a:r>
          </a:p>
          <a:p>
            <a:r>
              <a:rPr lang="en-US" altLang="ko-KR"/>
              <a:t>from local information and synaptic policies.</a:t>
            </a:r>
          </a:p>
          <a:p>
            <a:r>
              <a:rPr lang="en-US" altLang="ko-KR"/>
              <a:t>To compare how such learned synaptic policies differ from traditional</a:t>
            </a:r>
          </a:p>
          <a:p>
            <a:r>
              <a:rPr lang="en-US" altLang="ko-KR"/>
              <a:t>STDP rules in terms of their update patterns and functional properties.</a:t>
            </a:r>
          </a:p>
        </p:txBody>
      </p:sp>
      <p:sp>
        <p:nvSpPr>
          <p:cNvPr id="103" name="TextBox 102">
            <a:extLst>
              <a:ext uri="{FF2B5EF4-FFF2-40B4-BE49-F238E27FC236}">
                <a16:creationId xmlns:a16="http://schemas.microsoft.com/office/drawing/2014/main" id="{D05B6C1A-8360-4B59-844B-BC2EC0FA874C}"/>
              </a:ext>
            </a:extLst>
          </p:cNvPr>
          <p:cNvSpPr txBox="1"/>
          <p:nvPr/>
        </p:nvSpPr>
        <p:spPr>
          <a:xfrm>
            <a:off x="7190588" y="1451116"/>
            <a:ext cx="4937185" cy="3416320"/>
          </a:xfrm>
          <a:prstGeom prst="rect">
            <a:avLst/>
          </a:prstGeom>
          <a:noFill/>
        </p:spPr>
        <p:txBody>
          <a:bodyPr wrap="none" rtlCol="0">
            <a:spAutoFit/>
          </a:bodyPr>
          <a:lstStyle/>
          <a:p>
            <a:r>
              <a:rPr lang="en-US" altLang="ko-KR" b="1"/>
              <a:t>Method</a:t>
            </a:r>
            <a:endParaRPr lang="ko-KR" altLang="en-US" b="1"/>
          </a:p>
          <a:p>
            <a:r>
              <a:rPr lang="en-US" altLang="ko-KR"/>
              <a:t>Weight-space MDP formulation</a:t>
            </a:r>
          </a:p>
          <a:p>
            <a:r>
              <a:rPr lang="en-US" altLang="ko-KR"/>
              <a:t>On-policy PPO with clipped objective</a:t>
            </a:r>
          </a:p>
          <a:p>
            <a:r>
              <a:rPr lang="en-US" altLang="ko-KR"/>
              <a:t>Gaussian Actor–Critic (shared synaptic policy)</a:t>
            </a:r>
          </a:p>
          <a:p>
            <a:endParaRPr lang="en-US" altLang="ko-KR"/>
          </a:p>
          <a:p>
            <a:r>
              <a:rPr lang="en-US" altLang="ko-KR" b="1"/>
              <a:t>Main Loop per Img</a:t>
            </a:r>
          </a:p>
          <a:p>
            <a:pPr marL="342900" indent="-342900">
              <a:buAutoNum type="arabicPeriod"/>
            </a:pPr>
            <a:r>
              <a:rPr lang="en-US" altLang="ko-KR"/>
              <a:t>snn simulate</a:t>
            </a:r>
          </a:p>
          <a:p>
            <a:pPr marL="342900" indent="-342900">
              <a:buAutoNum type="arabicPeriod"/>
            </a:pPr>
            <a:r>
              <a:rPr lang="en-US" altLang="ko-KR"/>
              <a:t>collect spike event</a:t>
            </a:r>
          </a:p>
          <a:p>
            <a:pPr marL="342900" indent="-342900">
              <a:buAutoNum type="arabicPeriod"/>
            </a:pPr>
            <a:r>
              <a:rPr lang="en-US" altLang="ko-KR"/>
              <a:t>observation action / critic</a:t>
            </a:r>
          </a:p>
          <a:p>
            <a:pPr marL="342900" indent="-342900">
              <a:buAutoNum type="arabicPeriod"/>
            </a:pPr>
            <a:r>
              <a:rPr lang="en-US" altLang="ko-KR"/>
              <a:t>update weight</a:t>
            </a:r>
          </a:p>
          <a:p>
            <a:pPr marL="342900" indent="-342900">
              <a:buAutoNum type="arabicPeriod"/>
            </a:pPr>
            <a:r>
              <a:rPr lang="en-US" altLang="ko-KR"/>
              <a:t>observation reward</a:t>
            </a:r>
          </a:p>
          <a:p>
            <a:pPr marL="342900" indent="-342900">
              <a:buAutoNum type="arabicPeriod"/>
            </a:pPr>
            <a:r>
              <a:rPr lang="en-US" altLang="ko-KR"/>
              <a:t>ppo update using 3,5</a:t>
            </a:r>
          </a:p>
        </p:txBody>
      </p:sp>
      <p:sp>
        <p:nvSpPr>
          <p:cNvPr id="116" name="TextBox 115">
            <a:extLst>
              <a:ext uri="{FF2B5EF4-FFF2-40B4-BE49-F238E27FC236}">
                <a16:creationId xmlns:a16="http://schemas.microsoft.com/office/drawing/2014/main" id="{35DB11FB-2EB1-B20F-1E4A-ED16A39CA1EE}"/>
              </a:ext>
            </a:extLst>
          </p:cNvPr>
          <p:cNvSpPr txBox="1"/>
          <p:nvPr/>
        </p:nvSpPr>
        <p:spPr>
          <a:xfrm>
            <a:off x="9966711" y="-1454"/>
            <a:ext cx="2225289" cy="369332"/>
          </a:xfrm>
          <a:prstGeom prst="rect">
            <a:avLst/>
          </a:prstGeom>
          <a:noFill/>
        </p:spPr>
        <p:txBody>
          <a:bodyPr wrap="none" rtlCol="0">
            <a:spAutoFit/>
          </a:bodyPr>
          <a:lstStyle/>
          <a:p>
            <a:r>
              <a:rPr lang="en-US" altLang="ko-KR"/>
              <a:t>2020203090 </a:t>
            </a:r>
            <a:r>
              <a:rPr lang="ko-KR" altLang="en-US"/>
              <a:t>한용옥</a:t>
            </a:r>
          </a:p>
        </p:txBody>
      </p:sp>
    </p:spTree>
    <p:extLst>
      <p:ext uri="{BB962C8B-B14F-4D97-AF65-F5344CB8AC3E}">
        <p14:creationId xmlns:p14="http://schemas.microsoft.com/office/powerpoint/2010/main" val="2936593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descr="텍스트, 스크린샷, 그래프, 도표이(가) 표시된 사진&#10;&#10;AI 생성 콘텐츠는 정확하지 않을 수 있습니다.">
            <a:extLst>
              <a:ext uri="{FF2B5EF4-FFF2-40B4-BE49-F238E27FC236}">
                <a16:creationId xmlns:a16="http://schemas.microsoft.com/office/drawing/2014/main" id="{0CA5970D-DB25-6EB0-9866-E343B3FACFF4}"/>
              </a:ext>
            </a:extLst>
          </p:cNvPr>
          <p:cNvPicPr>
            <a:picLocks noChangeAspect="1"/>
          </p:cNvPicPr>
          <p:nvPr/>
        </p:nvPicPr>
        <p:blipFill>
          <a:blip r:embed="rId2"/>
          <a:stretch>
            <a:fillRect/>
          </a:stretch>
        </p:blipFill>
        <p:spPr>
          <a:xfrm>
            <a:off x="217879" y="206085"/>
            <a:ext cx="1801308" cy="1328164"/>
          </a:xfrm>
          <a:prstGeom prst="rect">
            <a:avLst/>
          </a:prstGeom>
        </p:spPr>
      </p:pic>
      <p:pic>
        <p:nvPicPr>
          <p:cNvPr id="7" name="그림 6" descr="텍스트, 그래프, 스크린샷, 라인이(가) 표시된 사진&#10;&#10;AI 생성 콘텐츠는 정확하지 않을 수 있습니다.">
            <a:extLst>
              <a:ext uri="{FF2B5EF4-FFF2-40B4-BE49-F238E27FC236}">
                <a16:creationId xmlns:a16="http://schemas.microsoft.com/office/drawing/2014/main" id="{AD25DC38-4998-F03B-563A-3D9DEEAAA087}"/>
              </a:ext>
            </a:extLst>
          </p:cNvPr>
          <p:cNvPicPr>
            <a:picLocks noChangeAspect="1"/>
          </p:cNvPicPr>
          <p:nvPr/>
        </p:nvPicPr>
        <p:blipFill>
          <a:blip r:embed="rId3"/>
          <a:stretch>
            <a:fillRect/>
          </a:stretch>
        </p:blipFill>
        <p:spPr>
          <a:xfrm>
            <a:off x="2485463" y="175227"/>
            <a:ext cx="1801307" cy="1348218"/>
          </a:xfrm>
          <a:prstGeom prst="rect">
            <a:avLst/>
          </a:prstGeom>
        </p:spPr>
      </p:pic>
      <p:pic>
        <p:nvPicPr>
          <p:cNvPr id="9" name="그림 8" descr="텍스트, 스크린샷, 그래프, 라인이(가) 표시된 사진&#10;&#10;AI 생성 콘텐츠는 정확하지 않을 수 있습니다.">
            <a:extLst>
              <a:ext uri="{FF2B5EF4-FFF2-40B4-BE49-F238E27FC236}">
                <a16:creationId xmlns:a16="http://schemas.microsoft.com/office/drawing/2014/main" id="{B40E3B08-6465-D2B4-9B6C-46E59FDF8D3C}"/>
              </a:ext>
            </a:extLst>
          </p:cNvPr>
          <p:cNvPicPr>
            <a:picLocks noChangeAspect="1"/>
          </p:cNvPicPr>
          <p:nvPr/>
        </p:nvPicPr>
        <p:blipFill>
          <a:blip r:embed="rId4"/>
          <a:stretch>
            <a:fillRect/>
          </a:stretch>
        </p:blipFill>
        <p:spPr>
          <a:xfrm>
            <a:off x="4873883" y="172198"/>
            <a:ext cx="1731817" cy="1284413"/>
          </a:xfrm>
          <a:prstGeom prst="rect">
            <a:avLst/>
          </a:prstGeom>
        </p:spPr>
      </p:pic>
      <p:sp>
        <p:nvSpPr>
          <p:cNvPr id="10" name="TextBox 9">
            <a:extLst>
              <a:ext uri="{FF2B5EF4-FFF2-40B4-BE49-F238E27FC236}">
                <a16:creationId xmlns:a16="http://schemas.microsoft.com/office/drawing/2014/main" id="{83A27321-4C96-DC7B-8266-94B03C1D5D62}"/>
              </a:ext>
            </a:extLst>
          </p:cNvPr>
          <p:cNvSpPr txBox="1"/>
          <p:nvPr/>
        </p:nvSpPr>
        <p:spPr>
          <a:xfrm>
            <a:off x="4768243" y="1499114"/>
            <a:ext cx="1943096" cy="369332"/>
          </a:xfrm>
          <a:prstGeom prst="rect">
            <a:avLst/>
          </a:prstGeom>
          <a:noFill/>
        </p:spPr>
        <p:txBody>
          <a:bodyPr wrap="none" rtlCol="0">
            <a:spAutoFit/>
          </a:bodyPr>
          <a:lstStyle/>
          <a:p>
            <a:r>
              <a:rPr lang="en-US" altLang="ko-KR"/>
              <a:t>Test Accu : 0.098</a:t>
            </a:r>
            <a:endParaRPr lang="ko-KR" altLang="en-US"/>
          </a:p>
        </p:txBody>
      </p:sp>
      <p:sp>
        <p:nvSpPr>
          <p:cNvPr id="11" name="TextBox 10">
            <a:extLst>
              <a:ext uri="{FF2B5EF4-FFF2-40B4-BE49-F238E27FC236}">
                <a16:creationId xmlns:a16="http://schemas.microsoft.com/office/drawing/2014/main" id="{B77D4100-C411-82CC-499D-F0279D036DAB}"/>
              </a:ext>
            </a:extLst>
          </p:cNvPr>
          <p:cNvSpPr txBox="1"/>
          <p:nvPr/>
        </p:nvSpPr>
        <p:spPr>
          <a:xfrm>
            <a:off x="2464511" y="1508975"/>
            <a:ext cx="1943096" cy="369332"/>
          </a:xfrm>
          <a:prstGeom prst="rect">
            <a:avLst/>
          </a:prstGeom>
          <a:noFill/>
        </p:spPr>
        <p:txBody>
          <a:bodyPr wrap="none" rtlCol="0">
            <a:spAutoFit/>
          </a:bodyPr>
          <a:lstStyle/>
          <a:p>
            <a:r>
              <a:rPr lang="en-US" altLang="ko-KR"/>
              <a:t>Test Accu : 0.098</a:t>
            </a:r>
            <a:endParaRPr lang="ko-KR" altLang="en-US"/>
          </a:p>
        </p:txBody>
      </p:sp>
      <p:sp>
        <p:nvSpPr>
          <p:cNvPr id="12" name="TextBox 11">
            <a:extLst>
              <a:ext uri="{FF2B5EF4-FFF2-40B4-BE49-F238E27FC236}">
                <a16:creationId xmlns:a16="http://schemas.microsoft.com/office/drawing/2014/main" id="{2C388A72-5AD2-9397-390B-015ED45C5AB2}"/>
              </a:ext>
            </a:extLst>
          </p:cNvPr>
          <p:cNvSpPr txBox="1"/>
          <p:nvPr/>
        </p:nvSpPr>
        <p:spPr>
          <a:xfrm>
            <a:off x="217879" y="1508975"/>
            <a:ext cx="1943096" cy="369332"/>
          </a:xfrm>
          <a:prstGeom prst="rect">
            <a:avLst/>
          </a:prstGeom>
          <a:noFill/>
        </p:spPr>
        <p:txBody>
          <a:bodyPr wrap="none" rtlCol="0">
            <a:spAutoFit/>
          </a:bodyPr>
          <a:lstStyle/>
          <a:p>
            <a:r>
              <a:rPr lang="en-US" altLang="ko-KR"/>
              <a:t>Test Accu : 0.098</a:t>
            </a:r>
            <a:endParaRPr lang="ko-KR" altLang="en-US"/>
          </a:p>
        </p:txBody>
      </p:sp>
      <p:sp>
        <p:nvSpPr>
          <p:cNvPr id="13" name="TextBox 12">
            <a:extLst>
              <a:ext uri="{FF2B5EF4-FFF2-40B4-BE49-F238E27FC236}">
                <a16:creationId xmlns:a16="http://schemas.microsoft.com/office/drawing/2014/main" id="{121D8FAD-5B42-E3D9-FCF0-C81E45B2713A}"/>
              </a:ext>
            </a:extLst>
          </p:cNvPr>
          <p:cNvSpPr txBox="1"/>
          <p:nvPr/>
        </p:nvSpPr>
        <p:spPr>
          <a:xfrm>
            <a:off x="7071975" y="279649"/>
            <a:ext cx="4748347" cy="1477328"/>
          </a:xfrm>
          <a:prstGeom prst="rect">
            <a:avLst/>
          </a:prstGeom>
          <a:noFill/>
        </p:spPr>
        <p:txBody>
          <a:bodyPr wrap="square" rtlCol="0">
            <a:spAutoFit/>
          </a:bodyPr>
          <a:lstStyle/>
          <a:p>
            <a:r>
              <a:rPr lang="en-US" altLang="ko-KR" b="1"/>
              <a:t>Result</a:t>
            </a:r>
          </a:p>
          <a:p>
            <a:endParaRPr lang="en-US" altLang="ko-KR" b="1"/>
          </a:p>
          <a:p>
            <a:r>
              <a:rPr lang="en-US" altLang="ko-KR" b="1"/>
              <a:t>It failed to learn meaningful behaviors across all scenarios and effectively collapsed into a noise-like policy.</a:t>
            </a:r>
            <a:endParaRPr lang="ko-KR" altLang="en-US" b="1"/>
          </a:p>
        </p:txBody>
      </p:sp>
      <p:sp>
        <p:nvSpPr>
          <p:cNvPr id="14" name="TextBox 13">
            <a:extLst>
              <a:ext uri="{FF2B5EF4-FFF2-40B4-BE49-F238E27FC236}">
                <a16:creationId xmlns:a16="http://schemas.microsoft.com/office/drawing/2014/main" id="{760F90EE-B1FC-9CD9-A7B0-CE444744D437}"/>
              </a:ext>
            </a:extLst>
          </p:cNvPr>
          <p:cNvSpPr txBox="1"/>
          <p:nvPr/>
        </p:nvSpPr>
        <p:spPr>
          <a:xfrm>
            <a:off x="440626" y="1910949"/>
            <a:ext cx="10981508" cy="4832092"/>
          </a:xfrm>
          <a:prstGeom prst="rect">
            <a:avLst/>
          </a:prstGeom>
          <a:noFill/>
        </p:spPr>
        <p:txBody>
          <a:bodyPr wrap="square" rtlCol="0">
            <a:spAutoFit/>
          </a:bodyPr>
          <a:lstStyle/>
          <a:p>
            <a:r>
              <a:rPr lang="en-US" altLang="ko-KR" sz="2000" b="1"/>
              <a:t>Limitation</a:t>
            </a:r>
          </a:p>
          <a:p>
            <a:r>
              <a:rPr lang="en-US" altLang="ko-KR" sz="1600"/>
              <a:t>Because the global reward was only defined at the episode/batch level, it was very hard to tell which synaptic events actually contributed to performance, leading to a severe credit assignment problem.</a:t>
            </a:r>
          </a:p>
          <a:p>
            <a:endParaRPr lang="en-US" altLang="ko-KR" sz="1600"/>
          </a:p>
          <a:p>
            <a:r>
              <a:rPr lang="en-US" altLang="ko-KR" sz="1600"/>
              <a:t>Since all selected events were given the same return, the policy gradient estimates had very high variance and the learning signal was effectively close to noise.</a:t>
            </a:r>
          </a:p>
          <a:p>
            <a:endParaRPr lang="en-US" altLang="ko-KR" sz="1600"/>
          </a:p>
          <a:p>
            <a:r>
              <a:rPr lang="en-US" altLang="ko-KR" sz="1600"/>
              <a:t>The on-policy PPO setup (no replay) made sample efficiency low, and within the limited number of episodes the policy could not converge to a meaningful solution.</a:t>
            </a:r>
          </a:p>
          <a:p>
            <a:endParaRPr lang="en-US" altLang="ko-KR" sz="1600"/>
          </a:p>
          <a:p>
            <a:r>
              <a:rPr lang="en-US" altLang="ko-KR" sz="1600"/>
              <a:t>SNN simulation and PPO updates were computationally expensive, so GPU memory and compute limits prevented sufficiently long training runs and forced us to cap the number of events per image, repeatedly discarding potentially important events.</a:t>
            </a:r>
          </a:p>
          <a:p>
            <a:endParaRPr lang="en-US" altLang="ko-KR" sz="1600"/>
          </a:p>
          <a:p>
            <a:r>
              <a:rPr lang="en-US" altLang="ko-KR" sz="1600"/>
              <a:t>The hyperparameter space (reward weights, PPO settings, simulation length, etc.) is large and sensitive, but resource and time constraints prevented adequate tuning.</a:t>
            </a:r>
          </a:p>
          <a:p>
            <a:endParaRPr lang="en-US" altLang="ko-KR" sz="1600"/>
          </a:p>
          <a:p>
            <a:r>
              <a:rPr lang="en-US" altLang="ko-KR" sz="1600"/>
              <a:t>As a result, across multiple scenarios the learned policies failed to acquire meaningful behaviors and effectively collapsed into noise-like policies.</a:t>
            </a:r>
          </a:p>
        </p:txBody>
      </p:sp>
    </p:spTree>
    <p:extLst>
      <p:ext uri="{BB962C8B-B14F-4D97-AF65-F5344CB8AC3E}">
        <p14:creationId xmlns:p14="http://schemas.microsoft.com/office/powerpoint/2010/main" val="1124880942"/>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문서" ma:contentTypeID="0x010100B59683B7FF667B42979971954E19CF3E" ma:contentTypeVersion="7" ma:contentTypeDescription="새 문서를 만듭니다." ma:contentTypeScope="" ma:versionID="283489d57ad3d4f7574acef741e2bcd3">
  <xsd:schema xmlns:xsd="http://www.w3.org/2001/XMLSchema" xmlns:xs="http://www.w3.org/2001/XMLSchema" xmlns:p="http://schemas.microsoft.com/office/2006/metadata/properties" xmlns:ns3="ade11fc3-0a5c-4d67-89e8-cb3ffdea3edd" targetNamespace="http://schemas.microsoft.com/office/2006/metadata/properties" ma:root="true" ma:fieldsID="90997874b45892dd368374e209561044" ns3:_="">
    <xsd:import namespace="ade11fc3-0a5c-4d67-89e8-cb3ffdea3edd"/>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SearchProperties" minOccurs="0"/>
                <xsd:element ref="ns3:MediaServiceObjectDetectorVersion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de11fc3-0a5c-4d67-89e8-cb3ffdea3ed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2C9020-A11E-4B47-9974-FB0590280061}">
  <ds:schemaRefs>
    <ds:schemaRef ds:uri="http://purl.org/dc/dcmitype/"/>
    <ds:schemaRef ds:uri="http://schemas.microsoft.com/office/2006/metadata/properties"/>
    <ds:schemaRef ds:uri="http://schemas.openxmlformats.org/package/2006/metadata/core-properties"/>
    <ds:schemaRef ds:uri="http://purl.org/dc/elements/1.1/"/>
    <ds:schemaRef ds:uri="http://schemas.microsoft.com/office/2006/documentManagement/types"/>
    <ds:schemaRef ds:uri="http://schemas.microsoft.com/office/infopath/2007/PartnerControls"/>
    <ds:schemaRef ds:uri="http://purl.org/dc/terms/"/>
    <ds:schemaRef ds:uri="ade11fc3-0a5c-4d67-89e8-cb3ffdea3edd"/>
    <ds:schemaRef ds:uri="http://www.w3.org/XML/1998/namespace"/>
  </ds:schemaRefs>
</ds:datastoreItem>
</file>

<file path=customXml/itemProps2.xml><?xml version="1.0" encoding="utf-8"?>
<ds:datastoreItem xmlns:ds="http://schemas.openxmlformats.org/officeDocument/2006/customXml" ds:itemID="{A005A67B-831B-498B-8521-6BD39F011B28}">
  <ds:schemaRefs>
    <ds:schemaRef ds:uri="http://schemas.microsoft.com/sharepoint/v3/contenttype/forms"/>
  </ds:schemaRefs>
</ds:datastoreItem>
</file>

<file path=customXml/itemProps3.xml><?xml version="1.0" encoding="utf-8"?>
<ds:datastoreItem xmlns:ds="http://schemas.openxmlformats.org/officeDocument/2006/customXml" ds:itemID="{CBBF0896-D92C-41A6-9547-F738FFB00E8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de11fc3-0a5c-4d67-89e8-cb3ffdea3ed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352</TotalTime>
  <Words>326</Words>
  <Application>Microsoft Office PowerPoint</Application>
  <PresentationFormat>와이드스크린</PresentationFormat>
  <Paragraphs>46</Paragraphs>
  <Slides>2</Slides>
  <Notes>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2</vt:i4>
      </vt:variant>
    </vt:vector>
  </HeadingPairs>
  <TitlesOfParts>
    <vt:vector size="5" baseType="lpstr">
      <vt:lpstr>맑은 고딕</vt:lpstr>
      <vt:lpstr>Arial</vt:lpstr>
      <vt:lpstr>Office 테마</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한용옥</dc:creator>
  <cp:lastModifiedBy>한용옥</cp:lastModifiedBy>
  <cp:revision>1</cp:revision>
  <dcterms:created xsi:type="dcterms:W3CDTF">2025-12-09T17:43:05Z</dcterms:created>
  <dcterms:modified xsi:type="dcterms:W3CDTF">2025-12-09T23:37:47Z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0x010100B59683B7FF667B42979971954E19CF3E</vt:lpwstr>
  </property>
</Properties>
</file>